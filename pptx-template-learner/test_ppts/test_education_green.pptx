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7A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Python编程入门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8FBC8F"/>
                </a:solidFill>
              </a:defRPr>
            </a:pPr>
            <a:r>
              <a:t>零基础到实战</a:t>
            </a:r>
          </a:p>
        </p:txBody>
      </p:sp>
      <p:timing>
        <p:tnLst>
          <p:par>
            <p:cTn id="1" dur="indefinite" restart="never">
              <p:childTnLst>
                <p:seq concurrent="1" nextAc="seek">
                  <p:cTn id="2" dur="indefinite" nodeType="mainSeq">
                    <p:childTnLst>
                      <p:par>
                        <p:cTn id="101" fill="hold">
                          <p:stCondLst>
                            <p:cond delay="indefinite" evt="onClick"/>
                          </p:stCondLst>
                          <p:childTnLst>
                            <p:par>
                              <p:cTn id="201" fill="hold" presetClass="entr" presetID="1" presetSubtype="0">
                                <p:stCondLst>
                                  <p:cond delay="0"/>
                                </p:stCondLst>
                                <p:childTnLst>
                                  <p:set>
                                    <p:cBhvr override="childStyle">
                                      <p:cTn id="301" dur="500" fill="hold"/>
                                      <p:tgtEl>
                                        <p:spTgt spid="2"/>
                                      </p:tgtEl>
                                      <p:attrNameLst>
                                        <p:attrName>style.visibility</p:attrName>
                                      </p:attrNameLst>
                                    </p:cBhvr>
                                    <p:to>
                                      <p:strVal val="visible"/>
                                    </p:to>
                                  </p:set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</p:seq>
              </p:childTnLst>
            </p:cTn>
          </p:par>
        </p:tnLst>
      </p:timing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7A46"/>
                </a:solidFill>
              </a:defRPr>
            </a:pPr>
            <a:r>
              <a:t>课程大纲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B923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基础语法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B923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1945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数据结构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B923"/>
                </a:solidFill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0175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函数与模块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B923"/>
                </a:solidFill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840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实战项目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7A46"/>
                </a:solidFill>
              </a:defRPr>
            </a:pPr>
            <a:r>
              <a:t>基础语法要点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A1A1A"/>
                </a:solidFill>
              </a:defRPr>
            </a:pPr>
            <a:r>
              <a:t>• 变量与数据类型：int, float, str, bool, list, dict</a:t>
            </a:r>
          </a:p>
          <a:p>
            <a:pPr>
              <a:spcAft>
                <a:spcPts val="1200"/>
              </a:spcAft>
              <a:defRPr sz="1600">
                <a:solidFill>
                  <a:srgbClr val="1A1A1A"/>
                </a:solidFill>
              </a:defRPr>
            </a:pPr>
            <a:r>
              <a:t>• 控制流：if/else, for, while, 列表推导式</a:t>
            </a:r>
          </a:p>
          <a:p>
            <a:pPr>
              <a:spcAft>
                <a:spcPts val="1200"/>
              </a:spcAft>
              <a:defRPr sz="1600">
                <a:solidFill>
                  <a:srgbClr val="1A1A1A"/>
                </a:solidFill>
              </a:defRPr>
            </a:pPr>
            <a:r>
              <a:t>• 函数定义：def, lambda, 参数传递方式</a:t>
            </a:r>
          </a:p>
          <a:p>
            <a:pPr>
              <a:spcAft>
                <a:spcPts val="1200"/>
              </a:spcAft>
              <a:defRPr sz="1600">
                <a:solidFill>
                  <a:srgbClr val="1A1A1A"/>
                </a:solidFill>
              </a:defRPr>
            </a:pPr>
            <a:r>
              <a:t>• 异常处理：try/except, raise, finally</a:t>
            </a:r>
          </a:p>
        </p:txBody>
      </p:sp>
      <p:timing>
        <p:tnLst>
          <p:par>
            <p:cTn id="1" dur="indefinite" restart="never">
              <p:childTnLst>
                <p:seq concurrent="1" nextAc="seek">
                  <p:cTn id="2" dur="indefinite" nodeType="mainSeq">
                    <p:childTnLst>
                      <p:par>
                        <p:cTn id="101" fill="hold">
                          <p:stCondLst>
                            <p:cond delay="indefinite" evt="onClick"/>
                          </p:stCondLst>
                          <p:childTnLst>
                            <p:par>
                              <p:cTn id="201" fill="hold" presetClass="entr" presetID="1" presetSubtype="0">
                                <p:stCondLst>
                                  <p:cond delay="0"/>
                                </p:stCondLst>
                                <p:childTnLst>
                                  <p:set>
                                    <p:cBhvr override="childStyle">
                                      <p:cTn id="301" dur="500" fill="hold"/>
                                      <p:tgtEl>
                                        <p:spTgt spid="3"/>
                                      </p:tgtEl>
                                      <p:attrNameLst>
                                        <p:attrName>style.visibility</p:attrName>
                                      </p:attrNameLst>
                                    </p:cBhvr>
                                    <p:to>
                                      <p:strVal val="visible"/>
                                    </p:to>
                                  </p:set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</p:seq>
              </p:childTnLst>
            </p:cTn>
          </p:par>
        </p:tnLst>
      </p:timing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7A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实战项目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7A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谢谢大家</a:t>
            </a:r>
          </a:p>
        </p:txBody>
      </p:sp>
    </p:spTree>
  </p:cSld>
  <p:clrMapOvr>
    <a:masterClrMapping/>
  </p:clrMapOvr>
  <p:transition spd="med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