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C1D9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0" y="0"/>
            <a:ext cx="3657600" cy="5143500"/>
          </a:xfrm>
          <a:prstGeom prst="rect">
            <a:avLst/>
          </a:prstGeom>
          <a:solidFill>
            <a:srgbClr val="9333E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5029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FFFFF"/>
                </a:solidFill>
              </a:defRPr>
            </a:pPr>
            <a:r>
              <a:t>品牌视觉设计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472B6"/>
                </a:solidFill>
              </a:defRPr>
            </a:pPr>
            <a:r>
              <a:t>Brand Visual Design 2026</a:t>
            </a:r>
          </a:p>
        </p:txBody>
      </p:sp>
      <p:timing>
        <p:tnLst>
          <p:par>
            <p:cTn id="1" dur="indefinite" restart="never">
              <p:childTnLst>
                <p:seq concurrent="1" nextAc="seek">
                  <p:cTn id="2" dur="indefinite" nodeType="mainSeq">
                    <p:childTnLst>
                      <p:par>
                        <p:cTn id="101" fill="hold">
                          <p:stCondLst>
                            <p:cond delay="indefinite" evt="onClick"/>
                          </p:stCondLst>
                          <p:childTnLst>
                            <p:par>
                              <p:cTn id="201" fill="hold" presetClass="entr" presetID="1" presetSubtype="0">
                                <p:stCondLst>
                                  <p:cond delay="0"/>
                                </p:stCondLst>
                                <p:childTnLst>
                                  <p:set>
                                    <p:cBhvr override="childStyle">
                                      <p:cTn id="301" dur="500" fill="hold"/>
                                      <p:tgtEl>
                                        <p:spTgt spid="3"/>
                                      </p:tgtEl>
                                      <p:attrNameLst>
                                        <p:attrName>style.visibility</p:attrName>
                                      </p:attrNameLst>
                                    </p:cBhvr>
                                    <p:to>
                                      <p:strVal val="visible"/>
                                    </p:to>
                                  </p:set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</p:seq>
              </p:childTnLst>
            </p:cTn>
          </p:par>
        </p:tnLst>
      </p:timing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2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9333EA"/>
                </a:solidFill>
              </a:defRPr>
            </a:pPr>
            <a:r>
              <a:t>设计理念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4B0082"/>
                </a:solidFill>
              </a:defRPr>
            </a:pPr>
            <a:r>
              <a:t>• 色彩表达：以紫色系为主调，传递优雅与创意</a:t>
            </a:r>
          </a:p>
          <a:p>
            <a:pPr>
              <a:spcAft>
                <a:spcPts val="1400"/>
              </a:spcAft>
              <a:defRPr sz="1600">
                <a:solidFill>
                  <a:srgbClr val="4B0082"/>
                </a:solidFill>
              </a:defRPr>
            </a:pPr>
            <a:r>
              <a:t>• 字体选择：使用圆润无衬线字体，体现亲和力</a:t>
            </a:r>
          </a:p>
          <a:p>
            <a:pPr>
              <a:spcAft>
                <a:spcPts val="1400"/>
              </a:spcAft>
              <a:defRPr sz="1600">
                <a:solidFill>
                  <a:srgbClr val="4B0082"/>
                </a:solidFill>
              </a:defRPr>
            </a:pPr>
            <a:r>
              <a:t>• 图形风格：几何图形+柔和渐变，现代感与温度并存</a:t>
            </a:r>
          </a:p>
          <a:p>
            <a:pPr>
              <a:spcAft>
                <a:spcPts val="1400"/>
              </a:spcAft>
              <a:defRPr sz="1600">
                <a:solidFill>
                  <a:srgbClr val="4B0082"/>
                </a:solidFill>
              </a:defRPr>
            </a:pPr>
            <a:r>
              <a:t>• 排版逻辑：大面积留白，内容聚焦</a:t>
            </a:r>
          </a:p>
        </p:txBody>
      </p:sp>
      <p:timing>
        <p:tnLst>
          <p:par>
            <p:cTn id="1" dur="indefinite" restart="never">
              <p:childTnLst>
                <p:seq concurrent="1" nextAc="seek">
                  <p:cTn id="2" dur="indefinite" nodeType="mainSeq">
                    <p:childTnLst>
                      <p:par>
                        <p:cTn id="101" fill="hold">
                          <p:stCondLst>
                            <p:cond delay="indefinite" evt="onClick"/>
                          </p:stCondLst>
                          <p:childTnLst>
                            <p:par>
                              <p:cTn id="201" fill="hold" presetClass="entr" presetID="1" presetSubtype="0">
                                <p:stCondLst>
                                  <p:cond delay="0"/>
                                </p:stCondLst>
                                <p:childTnLst>
                                  <p:set>
                                    <p:cBhvr override="childStyle">
                                      <p:cTn id="301" dur="500" fill="hold"/>
                                      <p:tgtEl>
                                        <p:spTgt spid="3"/>
                                      </p:tgtEl>
                                      <p:attrNameLst>
                                        <p:attrName>style.visibility</p:attrName>
                                      </p:attrNameLst>
                                    </p:cBhvr>
                                    <p:to>
                                      <p:strVal val="visible"/>
                                    </p:to>
                                  </p:set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</p:seq>
              </p:childTnLst>
            </p:cTn>
          </p:par>
        </p:tnLst>
      </p:timing>
    </p:spTree>
  </p:cSld>
  <p:clrMapOvr>
    <a:masterClrMapping/>
  </p:clrMapOvr>
  <p:transition spd="med">
    <p:wip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C1D9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感谢支持</a:t>
            </a:r>
          </a:p>
        </p:txBody>
      </p:sp>
    </p:spTree>
  </p:cSld>
  <p:clrMapOvr>
    <a:masterClrMapping/>
  </p:clrMapOvr>
  <p:transition spd="med">
    <p:cover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