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MINIMAL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Less is more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2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设计原则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00000"/>
                </a:solidFill>
              </a:defRPr>
            </a:pPr>
            <a:r>
              <a:t>• 去繁从简：每个元素必须有存在的理由</a:t>
            </a:r>
          </a:p>
          <a:p>
            <a:pPr>
              <a:spcAft>
                <a:spcPts val="1600"/>
              </a:spcAft>
              <a:defRPr sz="1600">
                <a:solidFill>
                  <a:srgbClr val="000000"/>
                </a:solidFill>
              </a:defRPr>
            </a:pPr>
            <a:r>
              <a:t>• 留白是内容：空白区域传递呼吸感</a:t>
            </a:r>
          </a:p>
          <a:p>
            <a:pPr>
              <a:spcAft>
                <a:spcPts val="1600"/>
              </a:spcAft>
              <a:defRPr sz="1600">
                <a:solidFill>
                  <a:srgbClr val="000000"/>
                </a:solidFill>
              </a:defRPr>
            </a:pPr>
            <a:r>
              <a:t>• 对比产生力量：黑与白的极致对比</a:t>
            </a:r>
          </a:p>
          <a:p>
            <a:pPr>
              <a:spcAft>
                <a:spcPts val="1600"/>
              </a:spcAft>
              <a:defRPr sz="1600">
                <a:solidFill>
                  <a:srgbClr val="000000"/>
                </a:solidFill>
              </a:defRPr>
            </a:pPr>
            <a:r>
              <a:t>• 字体即设计：Helvetica Neue，极致简约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1828800" cy="457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3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END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