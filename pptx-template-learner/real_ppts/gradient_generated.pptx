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2026年年度战略报告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企业战略规划部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2788920"/>
            <a:ext cx="3657600" cy="0"/>
          </a:xfrm>
          <a:prstGeom prst="line">
            <a:avLst/>
          </a:prstGeom>
          <a:noFill/>
          <a:ln w="25400">
            <a:solidFill>
              <a:srgbClr val="4B008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38100">
            <a:solidFill>
              <a:srgbClr val="4B00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年度回顾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核心业务成果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营收突破50亿，同比增长28%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市场份额扩大至行业前三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成功推出两款旗舰产品线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获得ISO 27001信息安全认证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38100">
            <a:solidFill>
              <a:srgbClr val="4B00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关键经营指标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50.2亿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总收入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同比增长28%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54864" cy="256032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8.6亿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利润率17.1%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71600"/>
            <a:ext cx="54864" cy="256032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45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6.8亿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研发投入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占营收13.5%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38100">
            <a:solidFill>
              <a:srgbClr val="4B00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未来规划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2027战略方向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拓展海外市场，目标东南亚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建设智能化供应链体系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深化AI+业务融合创新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推进ESG可持续发展计划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4B008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2026年年度战略报告</dc:title>
  <dc:subject>PptxGenJS Presentation</dc:subject>
  <dc:creator>pptx-template-learner</dc:creator>
  <cp:lastModifiedBy>pptx-template-learner</cp:lastModifiedBy>
  <cp:revision>1</cp:revision>
  <dcterms:created xsi:type="dcterms:W3CDTF">2026-05-24T09:42:12Z</dcterms:created>
  <dcterms:modified xsi:type="dcterms:W3CDTF">2026-05-24T09:42:12Z</dcterms:modified>
</cp:coreProperties>
</file>